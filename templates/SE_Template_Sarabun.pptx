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822960" y="2011680"/>
            <a:ext cx="9601200" cy="1645920"/>
          </a:xfrm>
        </p:spPr>
        <p:txBody>
          <a:bodyPr anchor="b"/>
          <a:lstStyle>
            <a:lvl1pPr algn="l">
              <a:defRPr sz="52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Subtitle 2"/>
          <p:cNvSpPr>
            <a:spLocks noGrp="1"/>
          </p:cNvSpPr>
          <p:nvPr>
            <p:ph type="subTitle" idx="1"/>
          </p:nvPr>
        </p:nvSpPr>
        <p:spPr>
          <a:xfrm>
            <a:off x="822960" y="3794760"/>
            <a:ext cx="9601200" cy="1097280"/>
          </a:xfrm>
        </p:spPr>
        <p:txBody>
          <a:bodyPr anchor="t"/>
          <a:lstStyle>
            <a:lvl1pPr algn="l" marL="0" indent="0">
              <a:buNone/>
              <a:defRPr sz="2600" b="0">
                <a:solidFill>
                  <a:srgbClr val="DCE6F2"/>
                </a:solidFill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Accent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 Placeholder"/>
          <p:cNvSpPr/>
          <p:nvPr/>
        </p:nvSpPr>
        <p:spPr>
          <a:xfrm>
            <a:off x="10607040" y="274320"/>
            <a:ext cx="1188720" cy="68580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601200" cy="1188720"/>
          </a:xfrm>
        </p:spPr>
        <p:txBody>
          <a:bodyPr anchor="b"/>
          <a:lstStyle>
            <a:lvl1pPr algn="l">
              <a:defRPr sz="4700" b="1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Text Placeholder 2"/>
          <p:cNvSpPr>
            <a:spLocks noGrp="1"/>
          </p:cNvSpPr>
          <p:nvPr>
            <p:ph type="body" idx="1"/>
          </p:nvPr>
        </p:nvSpPr>
        <p:spPr>
          <a:xfrm>
            <a:off x="822960" y="3703320"/>
            <a:ext cx="9601200" cy="914400"/>
          </a:xfrm>
        </p:spPr>
        <p:txBody>
          <a:bodyPr anchor="t"/>
          <a:lstStyle>
            <a:lvl1pPr algn="l" marL="0" indent="0">
              <a:buNone/>
              <a:defRPr sz="2600" b="0">
                <a:solidFill>
                  <a:srgbClr val="DCE6F2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Accent Band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go Placeholder"/>
          <p:cNvSpPr/>
          <p:nvPr/>
        </p:nvSpPr>
        <p:spPr>
          <a:xfrm>
            <a:off x="10607040" y="274320"/>
            <a:ext cx="1188720" cy="685800"/>
          </a:xfrm>
          <a:prstGeom prst="rect">
            <a:avLst/>
          </a:prstGeom>
          <a:noFill/>
          <a:ln w="12700">
            <a:solidFill>
              <a:srgbClr val="FFFFF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FFFFFF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88720"/>
            <a:ext cx="5486400" cy="5120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5352" y="1188720"/>
            <a:ext cx="5486400" cy="51206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5486400" cy="457200"/>
          </a:xfrm>
        </p:spPr>
        <p:txBody>
          <a:bodyPr anchor="ctr"/>
          <a:lstStyle>
            <a:lvl1pPr>
              <a:defRPr sz="2300" b="1">
                <a:solidFill>
                  <a:srgbClr val="0B5CA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91640"/>
            <a:ext cx="5486400" cy="4617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45352" y="1188720"/>
            <a:ext cx="5486400" cy="457200"/>
          </a:xfrm>
        </p:spPr>
        <p:txBody>
          <a:bodyPr anchor="ctr"/>
          <a:lstStyle>
            <a:lvl1pPr>
              <a:defRPr sz="2300" b="1">
                <a:solidFill>
                  <a:srgbClr val="0B5CAD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45352" y="1691640"/>
            <a:ext cx="5486400" cy="46177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(Diagram / Tab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Frame"/>
          <p:cNvSpPr/>
          <p:nvPr/>
        </p:nvSpPr>
        <p:spPr>
          <a:xfrm>
            <a:off x="365760" y="1188720"/>
            <a:ext cx="11457432" cy="5212080"/>
          </a:xfrm>
          <a:prstGeom prst="rect">
            <a:avLst/>
          </a:prstGeom>
          <a:noFill/>
          <a:ln w="12700">
            <a:solidFill>
              <a:srgbClr val="C9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9966960" cy="7315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11274552" cy="5120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itle Rule"/>
          <p:cNvSpPr/>
          <p:nvPr/>
        </p:nvSpPr>
        <p:spPr>
          <a:xfrm>
            <a:off x="457200" y="1005840"/>
            <a:ext cx="11274552" cy="3657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 Bar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ate"/>
          <p:cNvSpPr txBox="1"/>
          <p:nvPr/>
        </p:nvSpPr>
        <p:spPr>
          <a:xfrm>
            <a:off x="365760" y="6556248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fld id="{20FA12AC-27C5-4B21-86EB-3F171C324CD0}" type="datetime1">
              <a:rPr lang="en-US" sz="1300">
                <a:solidFill>
                  <a:srgbClr val="FFFFFF"/>
                </a:solidFill>
              </a:rPr>
              <a:t>date</a:t>
            </a:fld>
          </a:p>
        </p:txBody>
      </p:sp>
      <p:sp>
        <p:nvSpPr>
          <p:cNvPr id="7" name="Footer Text"/>
          <p:cNvSpPr txBox="1"/>
          <p:nvPr/>
        </p:nvSpPr>
        <p:spPr>
          <a:xfrm>
            <a:off x="2926080" y="6556248"/>
            <a:ext cx="63093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</a:rPr>
              <a:t>ชื่อโครงการ / Project Name</a:t>
            </a:r>
          </a:p>
        </p:txBody>
      </p:sp>
      <p:sp>
        <p:nvSpPr>
          <p:cNvPr id="8" name="Slide Number"/>
          <p:cNvSpPr txBox="1"/>
          <p:nvPr/>
        </p:nvSpPr>
        <p:spPr>
          <a:xfrm>
            <a:off x="10881360" y="6556248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fld id="{3BC4C521-5F9C-400B-9650-62763F044F8B}" type="slidenum">
              <a:rPr lang="en-US" sz="1300">
                <a:solidFill>
                  <a:srgbClr val="FFFFFF"/>
                </a:solidFill>
              </a:rPr>
              <a:t>#</a:t>
            </a:fld>
          </a:p>
        </p:txBody>
      </p:sp>
      <p:sp>
        <p:nvSpPr>
          <p:cNvPr id="9" name="Logo Placeholder"/>
          <p:cNvSpPr/>
          <p:nvPr/>
        </p:nvSpPr>
        <p:spPr>
          <a:xfrm>
            <a:off x="10607040" y="182880"/>
            <a:ext cx="1188720" cy="685800"/>
          </a:xfrm>
          <a:prstGeom prst="rect">
            <a:avLst/>
          </a:prstGeom>
          <a:noFill/>
          <a:ln w="12700">
            <a:solidFill>
              <a:srgbClr val="8A94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>
                <a:solidFill>
                  <a:srgbClr val="8A94A3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380" kern="1200" b="1">
          <a:solidFill>
            <a:srgbClr val="1F3A5F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08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2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2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SE Template">
  <a:themeElements>
    <a:clrScheme name="SE Template">
      <a:dk1>
        <a:sysClr val="windowText" lastClr="000000"/>
      </a:dk1>
      <a:lt1>
        <a:sysClr val="window" lastClr="FFFFFF"/>
      </a:lt1>
      <a:dk2>
        <a:srgbClr val="1F3A5F"/>
      </a:dk2>
      <a:lt2>
        <a:srgbClr val="EAF1FA"/>
      </a:lt2>
      <a:accent1>
        <a:srgbClr val="0B5CAD"/>
      </a:accent1>
      <a:accent2>
        <a:srgbClr val="ED7014"/>
      </a:accent2>
      <a:accent3>
        <a:srgbClr val="2E9E5B"/>
      </a:accent3>
      <a:accent4>
        <a:srgbClr val="7B4EA3"/>
      </a:accent4>
      <a:accent5>
        <a:srgbClr val="17A2B8"/>
      </a:accent5>
      <a:accent6>
        <a:srgbClr val="C0392B"/>
      </a:accent6>
      <a:hlink>
        <a:srgbClr val="0000FF"/>
      </a:hlink>
      <a:folHlink>
        <a:srgbClr val="800080"/>
      </a:folHlink>
    </a:clrScheme>
    <a:fontScheme name="SE Template">
      <a:majorFont>
        <a:latin typeface="TH Sarabun New"/>
        <a:ea typeface=""/>
        <a:cs typeface="TH Sarabun New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H Sarabun New"/>
        <a:ea typeface=""/>
        <a:cs typeface="TH Sarabun New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